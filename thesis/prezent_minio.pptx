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921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201168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65760"/>
            <a:ext cx="1188720" cy="1188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S3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Курсовой проект №18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8229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Распределённое объектное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MinIO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64592" y="2011680"/>
            <a:ext cx="8979408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331720"/>
            <a:ext cx="274320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Зиновченков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2834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DevOps / IaC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2331720"/>
            <a:ext cx="274320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Свистунов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2834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Системный администратор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274320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Саакян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2834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Мониторинг и безопасность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Администрирование ОС Linux  •  2025-2026  •  Вариант 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Постановка задачи и актуальность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Проблема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Современным системам требуется надёжное масштабируемое хранилище файлов и объектов.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Облачные решения (AWS S3) дороги и не позволяют хранить данные локально.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Необходима open-source альтернатива с совместимым S3 API.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402336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Решение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Развернуть MinIO — S3-совместимое объектное хранилище в Docker.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Настроить мониторинг через Prometheus и Grafana.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Автоматизировать развёртывание с помощью Docker Compose и bash-скриптов.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Цель: создать отказоустойчивое объектное хранилище промышленного уровня на базе MinIO с мониторингом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Анализ существующих решений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32841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MinIO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S3-совместимость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(нативный)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(частично)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(полная)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Развёртывание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Облако (платно)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Сложное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/ 1 команда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Лицензия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Проприетарная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LGPL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AGPLv3 / 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Производительность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 GB/s (чтение)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Erasure 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(4+ нод)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Панель управления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Console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UI (порт 9001)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</a:rPr>
              <a:t>Вывод: MinIO — оптимальный выбор для учебной инфраструктуры: лёгкое развёртывание, полная S3-совместимость, открытый код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Архитектура решения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286000" cy="1371600"/>
          </a:xfrm>
          <a:prstGeom prst="rect">
            <a:avLst/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🖥 Windows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(Браузер)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1709928"/>
            <a:ext cx="7315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581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1005840"/>
            <a:ext cx="539496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0058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VirtualBox — Ubuntu Server 24.04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docker compose up -d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1828800"/>
            <a:ext cx="1600200" cy="1463040"/>
          </a:xfrm>
          <a:prstGeom prst="rect">
            <a:avLst/>
          </a:prstGeom>
          <a:solidFill>
            <a:srgbClr val="1A274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874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MinIO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0360" y="2468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</a:rPr>
              <a:t>healthy 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порты 9000, 9001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828800"/>
            <a:ext cx="1600200" cy="1463040"/>
          </a:xfrm>
          <a:prstGeom prst="rect">
            <a:avLst/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874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Prometheus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2468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</a:rPr>
              <a:t>running 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порт 9090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37960" y="1828800"/>
            <a:ext cx="1600200" cy="1463040"/>
          </a:xfrm>
          <a:prstGeom prst="rect">
            <a:avLst/>
          </a:prstGeom>
          <a:solidFill>
            <a:srgbClr val="1A2744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874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</a:rPr>
              <a:t>Grafana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2468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</a:rPr>
              <a:t>running 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порт 3000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SSH 2222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03320" y="3474720"/>
            <a:ext cx="502920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3474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📁  Volumes: minio_data  •  prometheus_data  •  grafana_data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Проброс портов VirtualBox: 9001→9001  9000→9000  3000→3000  9090→9090  2222→22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Ключевые особенности реализации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731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161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369A1"/>
                </a:solidFill>
              </a:rPr>
              <a:t>🐳  Docker Compose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Одна команда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«docker compose up -d»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запускает всю инфраструктуру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51560"/>
            <a:ext cx="27432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2161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59669"/>
                </a:solidFill>
              </a:rPr>
              <a:t>📦  MinIO S3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Совместимость с AWS S3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Порты 9000 (API)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и 9001 (Web Console)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05156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161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</a:rPr>
              <a:t>📊  Prometheus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Сбор метрик каждые 15 с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Хранение time-series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Portы 9090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27432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90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A580C"/>
                </a:solidFill>
              </a:rPr>
              <a:t>📈  Grafana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520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Визуализация метрик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Интерактивные дашборды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Порт 3000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2926080"/>
            <a:ext cx="27432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090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</a:rPr>
              <a:t>🔒  Безопасность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520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Непривилегированный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пользователь student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Sudo настроен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292608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090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8090"/>
                </a:solidFill>
              </a:rPr>
              <a:t>📝  IaC-подход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3520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Весь конфиг в Git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docker-compose.yml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bash-скрипты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Результаты тестирования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test_healthcheck.sh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388620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[HEALTHCHECK][PASS] — minio: healthy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[HEALTHCHECK][INFO] — PASSED=1, FAILED=0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8346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test_minio.sh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3246120"/>
            <a:ext cx="38862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918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[TEST_MINIO][PASS] — S3 API доступен (HTTP 200)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143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Созданные ресурсы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600200"/>
            <a:ext cx="38862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Бакет test-bucket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</a:rPr>
              <a:t>✓ создан, Access: R/W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350008"/>
            <a:ext cx="38862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MinIO Console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</a:rPr>
              <a:t>✓ http://127.0.0.1:9001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099816"/>
            <a:ext cx="38862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145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S3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401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</a:rPr>
              <a:t>✓ http://127.0.0.1:9000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849624"/>
            <a:ext cx="38862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895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Healthcheck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151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</a:rPr>
              <a:t>✓ статус healthy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Мониторинг — Prometheus + Grafana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6052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📈  Grafana  — порт 3000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▸  Визуализация метрик в реальном времени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3969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▸  Интерактивные дашборды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0662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▸  Подключён к Prometheus как Data Source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735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▸  Вход: admin / Grafana123!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840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▸  Статус: ✓ запущен и доступен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51560"/>
            <a:ext cx="4160520" cy="411480"/>
          </a:xfrm>
          <a:prstGeom prst="rect">
            <a:avLst/>
          </a:prstGeom>
          <a:solidFill>
            <a:srgbClr val="E05D20"/>
          </a:solidFill>
          <a:ln w="12700">
            <a:solidFill>
              <a:srgbClr val="E05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515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Prometheus  — порт 9090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5727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▸  Сбор метрик каждые 15 секунд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13969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▸  TSDB — хранение временных рядов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70662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▸  Target: prometheus (1/1 UP)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2735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▸  Эндпоинт: localhost:9090/metrics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840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▸  Статус: ✓ запущен и доступен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Стек: OpenTelemetry-совместимый  •  Prometheus собирает метрики  •  Grafana визуализирует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5156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Заключение и итоги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✅  Развёрнут MinIO в Docker — объектное хранилище с S3-совместимым API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65376"/>
            <a:ext cx="841248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836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✅  Настроен мониторинг: Prometheus собирает метрики, Grafana визуализирует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78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✅  Написаны автоматизированные тесты (test_healthcheck.sh, test_minio.sh)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55264"/>
            <a:ext cx="841248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735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✅  Создан бакет test-bucket, настроены права доступа R/W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50208"/>
            <a:ext cx="841248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684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✅  Весь проект в Git-репозитории с осмысленными коммитами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645152"/>
            <a:ext cx="841248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451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Дальнейшее развитие: кластер MinIO (Erasure Code, 4 ноды)  •  TLS/HTTPS  •  Кастомные дашборды Grafana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Calibri"/>
              </a:rPr>
              <a:t>MinIO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2200" b="1" i="0" dirty="0" err="1">
                <a:solidFill>
                  <a:srgbClr val="FFFFFF"/>
                </a:solidFill>
                <a:latin typeface="Calibri"/>
              </a:rPr>
              <a:t>действии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42062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📦  Buckets — бакет test-bucket создан</a:t>
            </a:r>
          </a:p>
        </p:txBody>
      </p:sp>
      <p:pic>
        <p:nvPicPr>
          <p:cNvPr id="6" name="Picture 5" descr="minio_bu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4206240" cy="228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09160" y="1005840"/>
            <a:ext cx="42062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🗂  Object Browser — S3 API работает</a:t>
            </a:r>
          </a:p>
        </p:txBody>
      </p:sp>
      <p:pic>
        <p:nvPicPr>
          <p:cNvPr id="9" name="Picture 8" descr="minio_brow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371600"/>
            <a:ext cx="4206240" cy="2286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3749039"/>
            <a:ext cx="8686800" cy="6400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37947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MinIO Console: http://127.0.0.1:9001  •  Логин: minioadmin  •  Бакет: test-bucket  •  Access: R/W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Calibri"/>
              </a:rPr>
              <a:t>Мониторинг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2200" b="1" i="0" dirty="0" err="1">
                <a:solidFill>
                  <a:srgbClr val="FFFFFF"/>
                </a:solidFill>
                <a:latin typeface="Calibri"/>
              </a:rPr>
              <a:t>действии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4206240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📈  Grafana — Welcome Dashboard</a:t>
            </a:r>
          </a:p>
        </p:txBody>
      </p:sp>
      <p:pic>
        <p:nvPicPr>
          <p:cNvPr id="6" name="Picture 5" descr="grafana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4206240" cy="228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09160" y="1005840"/>
            <a:ext cx="4206240" cy="347472"/>
          </a:xfrm>
          <a:prstGeom prst="rect">
            <a:avLst/>
          </a:prstGeom>
          <a:solidFill>
            <a:srgbClr val="E05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📊  Prometheus Targets — 1/1 UP</a:t>
            </a:r>
          </a:p>
        </p:txBody>
      </p:sp>
      <p:pic>
        <p:nvPicPr>
          <p:cNvPr id="9" name="Picture 8" descr="prometheus_targ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371600"/>
            <a:ext cx="4206240" cy="2286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3749039"/>
            <a:ext cx="420624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37673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  Grafana запущена  •  порт 3000  •  admin / Grafana123!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3749039"/>
            <a:ext cx="420624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37673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  Prometheus UP  •  порт 9090  •  target healthy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663</Words>
  <Application>Microsoft Office PowerPoint</Application>
  <PresentationFormat>Экран (16:9)</PresentationFormat>
  <Paragraphs>151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№18 — MinIO</dc:title>
  <dc:subject>PptxGenJS Presentation</dc:subject>
  <dc:creator>PptxGenJS</dc:creator>
  <cp:lastModifiedBy>ebobola</cp:lastModifiedBy>
  <cp:revision>2</cp:revision>
  <dcterms:created xsi:type="dcterms:W3CDTF">2026-06-05T23:40:00Z</dcterms:created>
  <dcterms:modified xsi:type="dcterms:W3CDTF">2026-06-05T23:49:03Z</dcterms:modified>
</cp:coreProperties>
</file>